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0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144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3FEB80-F6E0-4EF5-BD51-8512E838742F}" type="datetimeFigureOut">
              <a:rPr lang="en-AU" smtClean="0"/>
              <a:t>5/09/2026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AD4945-74F2-4880-B830-FC0F612306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1137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E226E-46C5-44DC-4276-E1FE10D1D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693D91-A2C6-DE86-672D-30C30C5F03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B63AD-E102-8BC4-5ED5-D408CDA04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428F-B80D-4182-AF79-E5EB56282A5B}" type="datetimeFigureOut">
              <a:rPr lang="en-AU" smtClean="0"/>
              <a:t>5/09/2026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F93A3-ECB5-CFE3-7025-639B56DF6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C6A54-5CE3-EA22-D245-A1B75CED5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F3515-0DFC-4077-BF80-DAD36CEDF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2443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46763-E6A1-13DD-7D2F-3ED5A1320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E187D-939C-D961-C375-0E172DEBB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CAD1C-E6F0-9E0C-4D9B-2DC3F237C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428F-B80D-4182-AF79-E5EB56282A5B}" type="datetimeFigureOut">
              <a:rPr lang="en-AU" smtClean="0"/>
              <a:t>5/09/2026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A8F05-6777-158A-1777-6357EB80A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2E85F-3B10-A523-4E0F-9ACE4C311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F3515-0DFC-4077-BF80-DAD36CEDF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9533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40FEF-23BC-C477-BC53-F0E8C5D00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73AB7-DF7A-B194-1563-6FEEB5687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92DCE-D158-25DA-3425-B1738BFD4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428F-B80D-4182-AF79-E5EB56282A5B}" type="datetimeFigureOut">
              <a:rPr lang="en-AU" smtClean="0"/>
              <a:t>5/09/2026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047DA-A945-627B-2121-8640D483C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4D9A8-8FDC-B9B4-AFA9-25CC8EC4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F3515-0DFC-4077-BF80-DAD36CEDF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5335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FD0BE-4FED-548F-64CA-211BB46C3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34E37-AFAC-8A22-804E-25C764A3B9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F66E6C-581F-9EA4-3FB6-656492A1EC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6EB9F-DD4A-E98C-E5A5-851267DEB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428F-B80D-4182-AF79-E5EB56282A5B}" type="datetimeFigureOut">
              <a:rPr lang="en-AU" smtClean="0"/>
              <a:t>5/09/2026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E0344C-16D1-7B0A-7A0C-87CB3F971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75DB7-A948-0F44-814B-7C91C513A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F3515-0DFC-4077-BF80-DAD36CEDF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066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F6C4-ED52-46EC-486C-EA5B074AF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932A7-45E6-D5D8-4236-B1B786483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25103-2AB7-A19F-19F4-9590E0195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462963-347C-C095-CA05-E97F8EE61E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F68E63-FFDF-EA1E-FCC1-ADB3DC0E2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FAAA61-26A3-6504-8BE0-66D3CBABB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428F-B80D-4182-AF79-E5EB56282A5B}" type="datetimeFigureOut">
              <a:rPr lang="en-AU" smtClean="0"/>
              <a:t>5/09/2026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D002A8-8D7D-0579-95DE-F809FA6CC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DE9DD7-EBE5-582A-9966-BB3271D54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F3515-0DFC-4077-BF80-DAD36CEDF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9637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D5A3B-7903-FF89-4D72-256EBAF93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917778-190A-DEC9-8B17-5EE6EDA0B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428F-B80D-4182-AF79-E5EB56282A5B}" type="datetimeFigureOut">
              <a:rPr lang="en-AU" smtClean="0"/>
              <a:t>5/09/2026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8235C8-D4F3-1FCF-EBCB-E011A8D48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880082-92EE-4A1F-8BBA-96EB56AFC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F3515-0DFC-4077-BF80-DAD36CEDF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7353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FB2EE3-BCAC-3DDE-5922-032F33452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428F-B80D-4182-AF79-E5EB56282A5B}" type="datetimeFigureOut">
              <a:rPr lang="en-AU" smtClean="0"/>
              <a:t>5/09/2026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A6C881-CDC9-9188-74B4-C03F1BD2A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7AC1F-57D5-F73F-8C84-9CA122EBA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F3515-0DFC-4077-BF80-DAD36CEDF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953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06EA-3451-ED4A-484A-F322896EB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B51C-009E-ACBC-1979-65B9E1226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13C80-BC8C-7589-30CB-4E4851D544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88BE9-041B-2117-998B-16DE7EA14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428F-B80D-4182-AF79-E5EB56282A5B}" type="datetimeFigureOut">
              <a:rPr lang="en-AU" smtClean="0"/>
              <a:t>5/09/2026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1DBA58-DFFB-A773-D608-9FDFCDF24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A9EB5F-33A5-8B7C-C75F-26B2B2663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F3515-0DFC-4077-BF80-DAD36CEDF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942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41906-82ED-AF7F-E62B-E3C605D21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485670-4CD9-7343-68CB-A0496D890A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359CF2-1400-F68E-CE2A-5F0F2F701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EB2BF-C620-B88A-0806-41425D9C2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428F-B80D-4182-AF79-E5EB56282A5B}" type="datetimeFigureOut">
              <a:rPr lang="en-AU" smtClean="0"/>
              <a:t>5/09/2026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F2E7D-0B4B-8D4F-0B4A-DE77B11E9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70857-55AA-2B71-4C76-334332203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F3515-0DFC-4077-BF80-DAD36CEDF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6849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B5FD7-A742-B6FE-587A-C9B4C9ABC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4FF83-C596-1C72-16EE-80E410AED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10168-85F7-8028-CD86-ED3FF3BA5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428F-B80D-4182-AF79-E5EB56282A5B}" type="datetimeFigureOut">
              <a:rPr lang="en-AU" smtClean="0"/>
              <a:t>5/09/2026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D3D00-2F91-F96B-44D0-836F46150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91132-9DE1-6D19-78A8-FCF92340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F3515-0DFC-4077-BF80-DAD36CEDF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3635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FB38DF-8B5C-5226-1D93-C7558C4978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B06B4A-EEAC-B9ED-93FF-6389DD3B3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EF5C0-EE1F-BE01-E96A-EF6C45985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428F-B80D-4182-AF79-E5EB56282A5B}" type="datetimeFigureOut">
              <a:rPr lang="en-AU" smtClean="0"/>
              <a:t>5/09/2026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7ABB0-FEC9-6CF6-A7D0-3D0B3AF7C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6460A-8AEA-5CDA-B6D8-82AD72A2C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F3515-0DFC-4077-BF80-DAD36CEDF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9151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D9F833-BA4F-E348-9506-0D3D621C75CA}"/>
              </a:ext>
            </a:extLst>
          </p:cNvPr>
          <p:cNvSpPr/>
          <p:nvPr userDrawn="1"/>
        </p:nvSpPr>
        <p:spPr>
          <a:xfrm>
            <a:off x="6740525" y="1"/>
            <a:ext cx="5453294" cy="501575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Click to edit style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FF675AE0-8F62-485C-BF3D-6598839BAD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735975" y="5300921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621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EFAE9-7C53-C800-028C-60880C454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8EBEF-F327-A2C9-BEDD-2DAFFD885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AB6C5-5A20-0E8A-D4A4-3F7A572F73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B4428F-B80D-4182-AF79-E5EB56282A5B}" type="datetimeFigureOut">
              <a:rPr lang="en-AU" smtClean="0"/>
              <a:t>5/09/2026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0D153-F40F-71E6-8454-865DECB10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65915-DF39-F050-8631-63E8CF8B66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8F3515-0DFC-4077-BF80-DAD36CEDF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1862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microsoft.com/office/2011/relationships/webextension" Target="../webextensions/webextension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0276A-6DC7-40B9-8F7F-62999F603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1930" y="2870463"/>
            <a:ext cx="2662581" cy="1767567"/>
          </a:xfrm>
          <a:solidFill>
            <a:schemeClr val="bg1"/>
          </a:solidFill>
        </p:spPr>
        <p:txBody>
          <a:bodyPr lIns="198000" tIns="126000" bIns="90000"/>
          <a:lstStyle/>
          <a:p>
            <a:r>
              <a:rPr lang="en-AU" sz="2800" dirty="0"/>
              <a:t>Checkout the </a:t>
            </a:r>
            <a:r>
              <a:rPr lang="en-AU" sz="2800" b="1" dirty="0"/>
              <a:t>Interactive</a:t>
            </a:r>
            <a:r>
              <a:rPr lang="en-AU" sz="2800" dirty="0"/>
              <a:t>  </a:t>
            </a:r>
            <a:r>
              <a:rPr lang="en-AU" sz="2800" b="1" dirty="0"/>
              <a:t>Digital Twin </a:t>
            </a:r>
            <a:r>
              <a:rPr lang="en-AU" sz="2800" dirty="0"/>
              <a:t>via this QR Code!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2620DF-AD45-0F88-D0F3-6E3C5A94D167}"/>
              </a:ext>
            </a:extLst>
          </p:cNvPr>
          <p:cNvSpPr txBox="1"/>
          <p:nvPr/>
        </p:nvSpPr>
        <p:spPr>
          <a:xfrm>
            <a:off x="7374190" y="4638030"/>
            <a:ext cx="41831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AU" sz="1100" b="0" i="0" dirty="0">
                <a:solidFill>
                  <a:schemeClr val="tx1"/>
                </a:solidFill>
                <a:effectLst/>
                <a:latin typeface="+mn-lt"/>
              </a:rPr>
              <a:t>https://randomrunt.github.io/UNSWMicromouseDemo/</a:t>
            </a:r>
          </a:p>
        </p:txBody>
      </p:sp>
      <p:pic>
        <p:nvPicPr>
          <p:cNvPr id="8" name="Graphic 7" descr="QR preview">
            <a:extLst>
              <a:ext uri="{FF2B5EF4-FFF2-40B4-BE49-F238E27FC236}">
                <a16:creationId xmlns:a16="http://schemas.microsoft.com/office/drawing/2014/main" id="{51EB46BA-D042-8003-8413-E2AB8FA985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94511" y="2870463"/>
            <a:ext cx="1767567" cy="176756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F684F8F-2758-667E-1164-65CE14FA948C}"/>
              </a:ext>
            </a:extLst>
          </p:cNvPr>
          <p:cNvSpPr txBox="1">
            <a:spLocks/>
          </p:cNvSpPr>
          <p:nvPr/>
        </p:nvSpPr>
        <p:spPr>
          <a:xfrm>
            <a:off x="410400" y="345600"/>
            <a:ext cx="6241860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b="1" dirty="0"/>
              <a:t>Micromouse Showcase</a:t>
            </a:r>
          </a:p>
        </p:txBody>
      </p:sp>
      <p:pic>
        <p:nvPicPr>
          <p:cNvPr id="5" name="Camera 4">
            <a:extLst>
              <a:ext uri="{FF2B5EF4-FFF2-40B4-BE49-F238E27FC236}">
                <a16:creationId xmlns:a16="http://schemas.microsoft.com/office/drawing/2014/main" id="{67DDB5AE-8397-F245-2FFF-9E6436B209E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922" y="1223229"/>
            <a:ext cx="5552878" cy="5289171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41B6D5-C92A-59C8-42A7-C2F555C8D4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6685" y="345599"/>
            <a:ext cx="4838171" cy="2341811"/>
          </a:xfrm>
          <a:prstGeom prst="rect">
            <a:avLst/>
          </a:prstGeom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7" name="Add-in 6" title="Web Viewer 2.0">
                <a:extLst>
                  <a:ext uri="{FF2B5EF4-FFF2-40B4-BE49-F238E27FC236}">
                    <a16:creationId xmlns:a16="http://schemas.microsoft.com/office/drawing/2014/main" id="{7B229C74-B4E8-DA01-5DE2-362464479F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6549975"/>
                  </p:ext>
                </p:extLst>
              </p:nvPr>
            </p:nvGraphicFramePr>
            <p:xfrm>
              <a:off x="7046685" y="350589"/>
              <a:ext cx="4838171" cy="2341811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7" name="Add-in 6" title="Web Viewer 2.0">
                <a:extLst>
                  <a:ext uri="{FF2B5EF4-FFF2-40B4-BE49-F238E27FC236}">
                    <a16:creationId xmlns:a16="http://schemas.microsoft.com/office/drawing/2014/main" id="{7B229C74-B4E8-DA01-5DE2-362464479F6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46685" y="350589"/>
                <a:ext cx="4838171" cy="234181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7406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webextensions/webextension1.xml><?xml version="1.0" encoding="utf-8"?>
<we:webextension xmlns:we="http://schemas.microsoft.com/office/webextensions/webextension/2010/11" id="{23138744-470F-45DD-95C7-C40F4ABDED53}">
  <we:reference id="wa200010526" version="1.1.0.0" store="en-US" storeType="OMEX"/>
  <we:alternateReferences>
    <we:reference id="wa200010526" version="1.1.0.0" store="wa200010526" storeType="OMEX"/>
  </we:alternateReferences>
  <we:properties>
    <we:property name="webViewerUrl" value="&quot;https://randomrunt.github.io/UNSWMicromouseDemo/#chapter-meet&quot;"/>
    <we:property name="webViewerViewportMode" value="&quot;desktop&quot;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22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Checkout the Interactive  Digital Twin via this QR Code!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Lu</dc:creator>
  <cp:lastModifiedBy>James Lu</cp:lastModifiedBy>
  <cp:revision>32</cp:revision>
  <dcterms:created xsi:type="dcterms:W3CDTF">2026-09-02T15:45:44Z</dcterms:created>
  <dcterms:modified xsi:type="dcterms:W3CDTF">2026-09-04T21:31:11Z</dcterms:modified>
</cp:coreProperties>
</file>