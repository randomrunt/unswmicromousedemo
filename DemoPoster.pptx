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7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0" autoAdjust="0"/>
    <p:restoredTop sz="94660"/>
  </p:normalViewPr>
  <p:slideViewPr>
    <p:cSldViewPr snapToGrid="0">
      <p:cViewPr>
        <p:scale>
          <a:sx n="125" d="100"/>
          <a:sy n="125" d="100"/>
        </p:scale>
        <p:origin x="414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3FEB80-F6E0-4EF5-BD51-8512E838742F}" type="datetimeFigureOut">
              <a:rPr lang="en-AU" smtClean="0"/>
              <a:t>3/09/2026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AD4945-74F2-4880-B830-FC0F6123060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411374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E226E-46C5-44DC-4276-E1FE10D1D4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693D91-A2C6-DE86-672D-30C30C5F03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B63AD-E102-8BC4-5ED5-D408CDA04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4428F-B80D-4182-AF79-E5EB56282A5B}" type="datetimeFigureOut">
              <a:rPr lang="en-AU" smtClean="0"/>
              <a:t>3/09/2026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9F93A3-ECB5-CFE3-7025-639B56DF6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C6A54-5CE3-EA22-D245-A1B75CED5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F3515-0DFC-4077-BF80-DAD36CEDF6A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12443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46763-E6A1-13DD-7D2F-3ED5A1320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E187D-939C-D961-C375-0E172DEBB9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8CAD1C-E6F0-9E0C-4D9B-2DC3F237C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4428F-B80D-4182-AF79-E5EB56282A5B}" type="datetimeFigureOut">
              <a:rPr lang="en-AU" smtClean="0"/>
              <a:t>3/09/2026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1A8F05-6777-158A-1777-6357EB80A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F2E85F-3B10-A523-4E0F-9ACE4C311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F3515-0DFC-4077-BF80-DAD36CEDF6A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9533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40FEF-23BC-C477-BC53-F0E8C5D00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173AB7-DF7A-B194-1563-6FEEB56873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E92DCE-D158-25DA-3425-B1738BFD4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4428F-B80D-4182-AF79-E5EB56282A5B}" type="datetimeFigureOut">
              <a:rPr lang="en-AU" smtClean="0"/>
              <a:t>3/09/2026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3047DA-A945-627B-2121-8640D483C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F4D9A8-8FDC-B9B4-AFA9-25CC8EC49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F3515-0DFC-4077-BF80-DAD36CEDF6A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15335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FD0BE-4FED-548F-64CA-211BB46C3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334E37-AFAC-8A22-804E-25C764A3B9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F66E6C-581F-9EA4-3FB6-656492A1EC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A6EB9F-DD4A-E98C-E5A5-851267DEB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4428F-B80D-4182-AF79-E5EB56282A5B}" type="datetimeFigureOut">
              <a:rPr lang="en-AU" smtClean="0"/>
              <a:t>3/09/2026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E0344C-16D1-7B0A-7A0C-87CB3F971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775DB7-A948-0F44-814B-7C91C513A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F3515-0DFC-4077-BF80-DAD36CEDF6A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30665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3F6C4-ED52-46EC-486C-EA5B074AF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F932A7-45E6-D5D8-4236-B1B786483A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B25103-2AB7-A19F-19F4-9590E0195A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462963-347C-C095-CA05-E97F8EE61E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F68E63-FFDF-EA1E-FCC1-ADB3DC0E2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FAAA61-26A3-6504-8BE0-66D3CBABB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4428F-B80D-4182-AF79-E5EB56282A5B}" type="datetimeFigureOut">
              <a:rPr lang="en-AU" smtClean="0"/>
              <a:t>3/09/2026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1D002A8-8D7D-0579-95DE-F809FA6CC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DE9DD7-EBE5-582A-9966-BB3271D54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F3515-0DFC-4077-BF80-DAD36CEDF6A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39637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D5A3B-7903-FF89-4D72-256EBAF93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917778-190A-DEC9-8B17-5EE6EDA0B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4428F-B80D-4182-AF79-E5EB56282A5B}" type="datetimeFigureOut">
              <a:rPr lang="en-AU" smtClean="0"/>
              <a:t>3/09/2026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8235C8-D4F3-1FCF-EBCB-E011A8D48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880082-92EE-4A1F-8BBA-96EB56AFC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F3515-0DFC-4077-BF80-DAD36CEDF6A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773535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FB2EE3-BCAC-3DDE-5922-032F33452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4428F-B80D-4182-AF79-E5EB56282A5B}" type="datetimeFigureOut">
              <a:rPr lang="en-AU" smtClean="0"/>
              <a:t>3/09/2026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A6C881-CDC9-9188-74B4-C03F1BD2A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37AC1F-57D5-F73F-8C84-9CA122EBA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F3515-0DFC-4077-BF80-DAD36CEDF6A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4953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C06EA-3451-ED4A-484A-F322896EB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9B51C-009E-ACBC-1979-65B9E1226E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F13C80-BC8C-7589-30CB-4E4851D544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E88BE9-041B-2117-998B-16DE7EA14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4428F-B80D-4182-AF79-E5EB56282A5B}" type="datetimeFigureOut">
              <a:rPr lang="en-AU" smtClean="0"/>
              <a:t>3/09/2026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1DBA58-DFFB-A773-D608-9FDFCDF24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A9EB5F-33A5-8B7C-C75F-26B2B2663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F3515-0DFC-4077-BF80-DAD36CEDF6A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99427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41906-82ED-AF7F-E62B-E3C605D21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7485670-4CD9-7343-68CB-A0496D890A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359CF2-1400-F68E-CE2A-5F0F2F7018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BEB2BF-C620-B88A-0806-41425D9C2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4428F-B80D-4182-AF79-E5EB56282A5B}" type="datetimeFigureOut">
              <a:rPr lang="en-AU" smtClean="0"/>
              <a:t>3/09/2026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CF2E7D-0B4B-8D4F-0B4A-DE77B11E9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170857-55AA-2B71-4C76-334332203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F3515-0DFC-4077-BF80-DAD36CEDF6A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568490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B5FD7-A742-B6FE-587A-C9B4C9ABC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C4FF83-C596-1C72-16EE-80E410AED5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F10168-85F7-8028-CD86-ED3FF3BA5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4428F-B80D-4182-AF79-E5EB56282A5B}" type="datetimeFigureOut">
              <a:rPr lang="en-AU" smtClean="0"/>
              <a:t>3/09/2026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5D3D00-2F91-F96B-44D0-836F46150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F91132-9DE1-6D19-78A8-FCF923402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F3515-0DFC-4077-BF80-DAD36CEDF6A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036355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FB38DF-8B5C-5226-1D93-C7558C4978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B06B4A-EEAC-B9ED-93FF-6389DD3B37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3EF5C0-EE1F-BE01-E96A-EF6C45985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4428F-B80D-4182-AF79-E5EB56282A5B}" type="datetimeFigureOut">
              <a:rPr lang="en-AU" smtClean="0"/>
              <a:t>3/09/2026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F7ABB0-FEC9-6CF6-A7D0-3D0B3AF7C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36460A-8AEA-5CDA-B6D8-82AD72A2C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F3515-0DFC-4077-BF80-DAD36CEDF6A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91517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1D9F833-BA4F-E348-9506-0D3D621C75CA}"/>
              </a:ext>
            </a:extLst>
          </p:cNvPr>
          <p:cNvSpPr/>
          <p:nvPr userDrawn="1"/>
        </p:nvSpPr>
        <p:spPr>
          <a:xfrm>
            <a:off x="6740525" y="1"/>
            <a:ext cx="5453294" cy="501575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Placeholder 1" descr="Click to edit master title style&#10;">
            <a:extLst>
              <a:ext uri="{FF2B5EF4-FFF2-40B4-BE49-F238E27FC236}">
                <a16:creationId xmlns:a16="http://schemas.microsoft.com/office/drawing/2014/main" id="{A531F2A4-2E25-476F-BA2C-2F1534A5AE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40000" y="0"/>
            <a:ext cx="5353819" cy="5015751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GB" dirty="0"/>
              <a:t>Click to edit style</a:t>
            </a:r>
            <a:endParaRPr lang="en-US" dirty="0"/>
          </a:p>
        </p:txBody>
      </p:sp>
      <p:sp>
        <p:nvSpPr>
          <p:cNvPr id="5" name="Text Placeholder 2" descr="Click to add secondary details&#10;">
            <a:extLst>
              <a:ext uri="{FF2B5EF4-FFF2-40B4-BE49-F238E27FC236}">
                <a16:creationId xmlns:a16="http://schemas.microsoft.com/office/drawing/2014/main" id="{101CB2D6-9770-4776-A129-B761AA34E3C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05200" y="51696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  <p:sp>
        <p:nvSpPr>
          <p:cNvPr id="6" name="Picture Placeholder 2" descr="Click picture icon to add an image">
            <a:extLst>
              <a:ext uri="{FF2B5EF4-FFF2-40B4-BE49-F238E27FC236}">
                <a16:creationId xmlns:a16="http://schemas.microsoft.com/office/drawing/2014/main" id="{93161D9F-A3DE-495E-AC64-CC914469DD4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" y="4551"/>
            <a:ext cx="6740525" cy="5011200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AU"/>
          </a:p>
        </p:txBody>
      </p:sp>
      <p:pic>
        <p:nvPicPr>
          <p:cNvPr id="2" name="Picture 1" descr="UNSW Sydney Logo">
            <a:extLst>
              <a:ext uri="{FF2B5EF4-FFF2-40B4-BE49-F238E27FC236}">
                <a16:creationId xmlns:a16="http://schemas.microsoft.com/office/drawing/2014/main" id="{FF675AE0-8F62-485C-BF3D-6598839BADF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735975" y="5300921"/>
            <a:ext cx="1188000" cy="1240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36212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FEFAE9-7C53-C800-028C-60880C454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38EBEF-F327-A2C9-BEDD-2DAFFD885D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0AB6C5-5A20-0E8A-D4A4-3F7A572F73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B4428F-B80D-4182-AF79-E5EB56282A5B}" type="datetimeFigureOut">
              <a:rPr lang="en-AU" smtClean="0"/>
              <a:t>3/09/2026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20D153-F40F-71E6-8454-865DECB10F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065915-DF39-F050-8631-63E8CF8B66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8F3515-0DFC-4077-BF80-DAD36CEDF6A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01862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0276A-6DC7-40B9-8F7F-62999F603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8181" y="72001"/>
            <a:ext cx="5353819" cy="4910400"/>
          </a:xfrm>
        </p:spPr>
        <p:txBody>
          <a:bodyPr/>
          <a:lstStyle/>
          <a:p>
            <a:pPr algn="ctr"/>
            <a:r>
              <a:rPr lang="en-AU" sz="3200" dirty="0"/>
              <a:t>Checkout the </a:t>
            </a:r>
            <a:r>
              <a:rPr lang="en-AU" sz="3200" b="1" dirty="0"/>
              <a:t>Interactive</a:t>
            </a:r>
            <a:r>
              <a:rPr lang="en-AU" sz="3200" dirty="0"/>
              <a:t>  </a:t>
            </a:r>
            <a:r>
              <a:rPr lang="en-AU" sz="3200" b="1" dirty="0"/>
              <a:t>Digital Twin </a:t>
            </a:r>
            <a:r>
              <a:rPr lang="en-AU" sz="3200" dirty="0"/>
              <a:t>via this QR Code!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2620DF-AD45-0F88-D0F3-6E3C5A94D167}"/>
              </a:ext>
            </a:extLst>
          </p:cNvPr>
          <p:cNvSpPr txBox="1"/>
          <p:nvPr/>
        </p:nvSpPr>
        <p:spPr>
          <a:xfrm>
            <a:off x="6462309" y="4602950"/>
            <a:ext cx="6109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>
              <a:spcBef>
                <a:spcPts val="600"/>
              </a:spcBef>
              <a:spcAft>
                <a:spcPts val="600"/>
              </a:spcAft>
              <a:buNone/>
            </a:pPr>
            <a:r>
              <a:rPr lang="en-AU" sz="1200" b="0" i="0" dirty="0">
                <a:solidFill>
                  <a:schemeClr val="tx1"/>
                </a:solidFill>
                <a:effectLst/>
                <a:latin typeface="+mn-lt"/>
              </a:rPr>
              <a:t>https://randomrunt.github.io/UNSWMicromouseDemo/</a:t>
            </a:r>
          </a:p>
        </p:txBody>
      </p:sp>
      <p:pic>
        <p:nvPicPr>
          <p:cNvPr id="8" name="Graphic 7" descr="QR preview">
            <a:extLst>
              <a:ext uri="{FF2B5EF4-FFF2-40B4-BE49-F238E27FC236}">
                <a16:creationId xmlns:a16="http://schemas.microsoft.com/office/drawing/2014/main" id="{51EB46BA-D042-8003-8413-E2AB8FA9855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57959" y="1085050"/>
            <a:ext cx="3517900" cy="35179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1DABB30-730C-2B8E-0EBC-788203AE18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664" y="1420437"/>
            <a:ext cx="5586336" cy="4550528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2F684F8F-2758-667E-1164-65CE14FA948C}"/>
              </a:ext>
            </a:extLst>
          </p:cNvPr>
          <p:cNvSpPr txBox="1">
            <a:spLocks/>
          </p:cNvSpPr>
          <p:nvPr/>
        </p:nvSpPr>
        <p:spPr>
          <a:xfrm>
            <a:off x="410400" y="345600"/>
            <a:ext cx="6241860" cy="495616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b="1" dirty="0"/>
              <a:t>Micromouse Showcase</a:t>
            </a:r>
          </a:p>
        </p:txBody>
      </p:sp>
    </p:spTree>
    <p:extLst>
      <p:ext uri="{BB962C8B-B14F-4D97-AF65-F5344CB8AC3E}">
        <p14:creationId xmlns:p14="http://schemas.microsoft.com/office/powerpoint/2010/main" val="8974061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22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Checkout the Interactive  Digital Twin via this QR Code!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James Lu</dc:creator>
  <cp:lastModifiedBy>James Lu</cp:lastModifiedBy>
  <cp:revision>24</cp:revision>
  <dcterms:created xsi:type="dcterms:W3CDTF">2026-09-02T15:45:44Z</dcterms:created>
  <dcterms:modified xsi:type="dcterms:W3CDTF">2026-09-02T17:06:55Z</dcterms:modified>
</cp:coreProperties>
</file>